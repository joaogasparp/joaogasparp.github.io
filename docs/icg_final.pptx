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0" r:id="rId5"/>
    <p:sldId id="261" r:id="rId6"/>
    <p:sldId id="266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5A64CD-14DA-4429-AD0D-339DD7191AF6}" v="56" dt="2024-06-03T00:06:34.5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50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ão Gaspar" userId="7dec15aa-df9c-4e56-83fb-de5e1da84347" providerId="ADAL" clId="{5F5A64CD-14DA-4429-AD0D-339DD7191AF6}"/>
    <pc:docChg chg="undo custSel addSld delSld modSld">
      <pc:chgData name="João Gaspar" userId="7dec15aa-df9c-4e56-83fb-de5e1da84347" providerId="ADAL" clId="{5F5A64CD-14DA-4429-AD0D-339DD7191AF6}" dt="2024-06-03T00:06:20.294" v="740" actId="20577"/>
      <pc:docMkLst>
        <pc:docMk/>
      </pc:docMkLst>
      <pc:sldChg chg="addSp delSp modSp mod setBg">
        <pc:chgData name="João Gaspar" userId="7dec15aa-df9c-4e56-83fb-de5e1da84347" providerId="ADAL" clId="{5F5A64CD-14DA-4429-AD0D-339DD7191AF6}" dt="2024-06-02T21:57:12.289" v="333" actId="207"/>
        <pc:sldMkLst>
          <pc:docMk/>
          <pc:sldMk cId="4202033261" sldId="256"/>
        </pc:sldMkLst>
        <pc:spChg chg="mo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2" creationId="{D88944CE-65E2-282D-054B-101CEE226DDD}"/>
          </ac:spMkLst>
        </pc:spChg>
        <pc:spChg chg="mo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3" creationId="{7558EDDC-59F9-82DB-AC8D-FADD282C0232}"/>
          </ac:spMkLst>
        </pc:spChg>
        <pc:spChg chg="del">
          <ac:chgData name="João Gaspar" userId="7dec15aa-df9c-4e56-83fb-de5e1da84347" providerId="ADAL" clId="{5F5A64CD-14DA-4429-AD0D-339DD7191AF6}" dt="2024-06-02T19:47:12.877" v="23" actId="478"/>
          <ac:spMkLst>
            <pc:docMk/>
            <pc:sldMk cId="4202033261" sldId="256"/>
            <ac:spMk id="4" creationId="{51921409-2F16-8E6A-0FA4-9DA6A5D95230}"/>
          </ac:spMkLst>
        </pc:spChg>
        <pc:spChg chg="del">
          <ac:chgData name="João Gaspar" userId="7dec15aa-df9c-4e56-83fb-de5e1da84347" providerId="ADAL" clId="{5F5A64CD-14DA-4429-AD0D-339DD7191AF6}" dt="2024-06-02T19:47:14.566" v="24" actId="478"/>
          <ac:spMkLst>
            <pc:docMk/>
            <pc:sldMk cId="4202033261" sldId="256"/>
            <ac:spMk id="5" creationId="{34E9C846-0417-B26F-1E2B-784ECEEFF9ED}"/>
          </ac:spMkLst>
        </pc:spChg>
        <pc:spChg chg="ad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8" creationId="{007891EC-4501-44ED-A8C8-B11B6DB767AB}"/>
          </ac:spMkLst>
        </pc:spChg>
        <pc:spChg chg="ad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9" creationId="{C1DD1A8A-57D5-4A81-AD04-532B043C5611}"/>
          </ac:spMkLst>
        </pc:spChg>
        <pc:spChg chg="add del mod">
          <ac:chgData name="João Gaspar" userId="7dec15aa-df9c-4e56-83fb-de5e1da84347" providerId="ADAL" clId="{5F5A64CD-14DA-4429-AD0D-339DD7191AF6}" dt="2024-06-02T21:57:10.568" v="331" actId="478"/>
          <ac:spMkLst>
            <pc:docMk/>
            <pc:sldMk cId="4202033261" sldId="256"/>
            <ac:spMk id="10" creationId="{62B289E1-7B23-31C8-F736-5AE442C59EA0}"/>
          </ac:spMkLst>
        </pc:spChg>
        <pc:spChg chg="add del mod">
          <ac:chgData name="João Gaspar" userId="7dec15aa-df9c-4e56-83fb-de5e1da84347" providerId="ADAL" clId="{5F5A64CD-14DA-4429-AD0D-339DD7191AF6}" dt="2024-06-02T21:55:18.470" v="289" actId="478"/>
          <ac:spMkLst>
            <pc:docMk/>
            <pc:sldMk cId="4202033261" sldId="256"/>
            <ac:spMk id="11" creationId="{D08AA367-0BA7-4BD0-941A-798750D66C23}"/>
          </ac:spMkLst>
        </pc:spChg>
        <pc:spChg chg="add mod">
          <ac:chgData name="João Gaspar" userId="7dec15aa-df9c-4e56-83fb-de5e1da84347" providerId="ADAL" clId="{5F5A64CD-14DA-4429-AD0D-339DD7191AF6}" dt="2024-06-02T21:55:29.052" v="290" actId="207"/>
          <ac:spMkLst>
            <pc:docMk/>
            <pc:sldMk cId="4202033261" sldId="256"/>
            <ac:spMk id="12" creationId="{F9AB9492-B00B-8872-D353-CF19E1834A8A}"/>
          </ac:spMkLst>
        </pc:spChg>
        <pc:spChg chg="add mod">
          <ac:chgData name="João Gaspar" userId="7dec15aa-df9c-4e56-83fb-de5e1da84347" providerId="ADAL" clId="{5F5A64CD-14DA-4429-AD0D-339DD7191AF6}" dt="2024-06-02T21:57:12.289" v="333" actId="207"/>
          <ac:spMkLst>
            <pc:docMk/>
            <pc:sldMk cId="4202033261" sldId="256"/>
            <ac:spMk id="13" creationId="{553C187F-04E9-F835-9084-3CA1B06D94FF}"/>
          </ac:spMkLst>
        </pc:spChg>
        <pc:picChg chg="add">
          <ac:chgData name="João Gaspar" userId="7dec15aa-df9c-4e56-83fb-de5e1da84347" providerId="ADAL" clId="{5F5A64CD-14DA-4429-AD0D-339DD7191AF6}" dt="2024-06-02T19:47:27.845" v="26" actId="26606"/>
          <ac:picMkLst>
            <pc:docMk/>
            <pc:sldMk cId="4202033261" sldId="256"/>
            <ac:picMk id="6" creationId="{D6DC46D9-EA7D-9B2F-C7D3-94E88D11DF35}"/>
          </ac:picMkLst>
        </pc:picChg>
        <pc:picChg chg="add del mod">
          <ac:chgData name="João Gaspar" userId="7dec15aa-df9c-4e56-83fb-de5e1da84347" providerId="ADAL" clId="{5F5A64CD-14DA-4429-AD0D-339DD7191AF6}" dt="2024-06-02T19:47:22.091" v="25" actId="478"/>
          <ac:picMkLst>
            <pc:docMk/>
            <pc:sldMk cId="4202033261" sldId="256"/>
            <ac:picMk id="7" creationId="{47ABA087-8182-3D3A-32DD-A82D250FC98D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2T22:14:20.945" v="714" actId="27636"/>
        <pc:sldMkLst>
          <pc:docMk/>
          <pc:sldMk cId="3190298846" sldId="257"/>
        </pc:sldMkLst>
        <pc:spChg chg="mod">
          <ac:chgData name="João Gaspar" userId="7dec15aa-df9c-4e56-83fb-de5e1da84347" providerId="ADAL" clId="{5F5A64CD-14DA-4429-AD0D-339DD7191AF6}" dt="2024-06-02T20:50:39.979" v="124" actId="1076"/>
          <ac:spMkLst>
            <pc:docMk/>
            <pc:sldMk cId="3190298846" sldId="257"/>
            <ac:spMk id="2" creationId="{563673AD-ED13-D61E-386F-BDEF278C99A6}"/>
          </ac:spMkLst>
        </pc:spChg>
        <pc:spChg chg="mod">
          <ac:chgData name="João Gaspar" userId="7dec15aa-df9c-4e56-83fb-de5e1da84347" providerId="ADAL" clId="{5F5A64CD-14DA-4429-AD0D-339DD7191AF6}" dt="2024-06-02T22:14:20.945" v="714" actId="27636"/>
          <ac:spMkLst>
            <pc:docMk/>
            <pc:sldMk cId="3190298846" sldId="257"/>
            <ac:spMk id="3" creationId="{E24A2F5C-F60B-CFE4-C4B8-B078B376D440}"/>
          </ac:spMkLst>
        </pc:spChg>
        <pc:spChg chg="add del mod">
          <ac:chgData name="João Gaspar" userId="7dec15aa-df9c-4e56-83fb-de5e1da84347" providerId="ADAL" clId="{5F5A64CD-14DA-4429-AD0D-339DD7191AF6}" dt="2024-06-02T21:55:08.934" v="287" actId="478"/>
          <ac:spMkLst>
            <pc:docMk/>
            <pc:sldMk cId="3190298846" sldId="257"/>
            <ac:spMk id="4" creationId="{1DBA1369-5566-5583-1D4C-3B18759FF354}"/>
          </ac:spMkLst>
        </pc:spChg>
        <pc:spChg chg="mod ord">
          <ac:chgData name="João Gaspar" userId="7dec15aa-df9c-4e56-83fb-de5e1da84347" providerId="ADAL" clId="{5F5A64CD-14DA-4429-AD0D-339DD7191AF6}" dt="2024-06-02T19:47:59.637" v="29" actId="26606"/>
          <ac:spMkLst>
            <pc:docMk/>
            <pc:sldMk cId="3190298846" sldId="257"/>
            <ac:spMk id="5" creationId="{7B81D6DC-8FED-F23F-1030-4B65AB9A598D}"/>
          </ac:spMkLst>
        </pc:spChg>
        <pc:spChg chg="del mod">
          <ac:chgData name="João Gaspar" userId="7dec15aa-df9c-4e56-83fb-de5e1da84347" providerId="ADAL" clId="{5F5A64CD-14DA-4429-AD0D-339DD7191AF6}" dt="2024-06-02T21:57:06.620" v="329" actId="478"/>
          <ac:spMkLst>
            <pc:docMk/>
            <pc:sldMk cId="3190298846" sldId="257"/>
            <ac:spMk id="6" creationId="{5D06981F-3CC6-BEED-655A-47BEBF52B2ED}"/>
          </ac:spMkLst>
        </pc:spChg>
        <pc:spChg chg="add mod">
          <ac:chgData name="João Gaspar" userId="7dec15aa-df9c-4e56-83fb-de5e1da84347" providerId="ADAL" clId="{5F5A64CD-14DA-4429-AD0D-339DD7191AF6}" dt="2024-06-02T21:57:17.659" v="334" actId="207"/>
          <ac:spMkLst>
            <pc:docMk/>
            <pc:sldMk cId="3190298846" sldId="257"/>
            <ac:spMk id="7" creationId="{9ED0A3A5-E52B-0C4A-51C2-A7D7BB976161}"/>
          </ac:spMkLst>
        </pc:spChg>
        <pc:spChg chg="add">
          <ac:chgData name="João Gaspar" userId="7dec15aa-df9c-4e56-83fb-de5e1da84347" providerId="ADAL" clId="{5F5A64CD-14DA-4429-AD0D-339DD7191AF6}" dt="2024-06-02T19:47:59.637" v="29" actId="26606"/>
          <ac:spMkLst>
            <pc:docMk/>
            <pc:sldMk cId="3190298846" sldId="257"/>
            <ac:spMk id="12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2T19:47:59.637" v="29" actId="26606"/>
          <ac:spMkLst>
            <pc:docMk/>
            <pc:sldMk cId="3190298846" sldId="257"/>
            <ac:spMk id="14" creationId="{603A6265-E10C-4B85-9C20-E75FCAF9CC63}"/>
          </ac:spMkLst>
        </pc:spChg>
        <pc:picChg chg="add mod">
          <ac:chgData name="João Gaspar" userId="7dec15aa-df9c-4e56-83fb-de5e1da84347" providerId="ADAL" clId="{5F5A64CD-14DA-4429-AD0D-339DD7191AF6}" dt="2024-06-02T20:49:56.588" v="105" actId="14826"/>
          <ac:picMkLst>
            <pc:docMk/>
            <pc:sldMk cId="3190298846" sldId="257"/>
            <ac:picMk id="8" creationId="{553E8F7C-074D-8D9F-7FDA-ACA0EB2E6A9E}"/>
          </ac:picMkLst>
        </pc:picChg>
      </pc:sldChg>
      <pc:sldChg chg="addSp modSp del mod setBg">
        <pc:chgData name="João Gaspar" userId="7dec15aa-df9c-4e56-83fb-de5e1da84347" providerId="ADAL" clId="{5F5A64CD-14DA-4429-AD0D-339DD7191AF6}" dt="2024-06-02T20:53:43.456" v="153" actId="47"/>
        <pc:sldMkLst>
          <pc:docMk/>
          <pc:sldMk cId="2453939418" sldId="258"/>
        </pc:sldMkLst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2" creationId="{A74DD990-9309-D707-B679-295DD784B8F8}"/>
          </ac:spMkLst>
        </pc:spChg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3" creationId="{69CEDF8A-2D7C-1EDC-03F2-EE94899FD802}"/>
          </ac:spMkLst>
        </pc:spChg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4" creationId="{D0CCF110-5399-143F-71BC-991248911FFE}"/>
          </ac:spMkLst>
        </pc:spChg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5" creationId="{AF153F99-2DC2-5A29-B9D0-3A08D66689CF}"/>
          </ac:spMkLst>
        </pc:spChg>
        <pc:spChg chg="ad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11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13" creationId="{E81BF4F6-F2CF-4984-9D14-D6966D92F99F}"/>
          </ac:spMkLst>
        </pc:spChg>
        <pc:picChg chg="add">
          <ac:chgData name="João Gaspar" userId="7dec15aa-df9c-4e56-83fb-de5e1da84347" providerId="ADAL" clId="{5F5A64CD-14DA-4429-AD0D-339DD7191AF6}" dt="2024-06-02T20:45:32.420" v="30" actId="26606"/>
          <ac:picMkLst>
            <pc:docMk/>
            <pc:sldMk cId="2453939418" sldId="258"/>
            <ac:picMk id="7" creationId="{BC753DBE-E68C-E6F0-58CB-C0B304A42FDB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2T22:14:17.003" v="712" actId="2710"/>
        <pc:sldMkLst>
          <pc:docMk/>
          <pc:sldMk cId="1111987917" sldId="259"/>
        </pc:sldMkLst>
        <pc:spChg chg="mod">
          <ac:chgData name="João Gaspar" userId="7dec15aa-df9c-4e56-83fb-de5e1da84347" providerId="ADAL" clId="{5F5A64CD-14DA-4429-AD0D-339DD7191AF6}" dt="2024-06-02T20:45:36.183" v="31" actId="26606"/>
          <ac:spMkLst>
            <pc:docMk/>
            <pc:sldMk cId="1111987917" sldId="259"/>
            <ac:spMk id="2" creationId="{44DB5274-431B-6EFB-56B1-B3309A117188}"/>
          </ac:spMkLst>
        </pc:spChg>
        <pc:spChg chg="mod">
          <ac:chgData name="João Gaspar" userId="7dec15aa-df9c-4e56-83fb-de5e1da84347" providerId="ADAL" clId="{5F5A64CD-14DA-4429-AD0D-339DD7191AF6}" dt="2024-06-02T22:14:17.003" v="712" actId="2710"/>
          <ac:spMkLst>
            <pc:docMk/>
            <pc:sldMk cId="1111987917" sldId="259"/>
            <ac:spMk id="3" creationId="{340F0F31-346D-0EB3-59C5-A11D190BB3CE}"/>
          </ac:spMkLst>
        </pc:spChg>
        <pc:spChg chg="del mod">
          <ac:chgData name="João Gaspar" userId="7dec15aa-df9c-4e56-83fb-de5e1da84347" providerId="ADAL" clId="{5F5A64CD-14DA-4429-AD0D-339DD7191AF6}" dt="2024-06-02T21:57:03.373" v="327" actId="478"/>
          <ac:spMkLst>
            <pc:docMk/>
            <pc:sldMk cId="1111987917" sldId="259"/>
            <ac:spMk id="4" creationId="{3735F962-797A-96FB-8054-4EA8F37D6D60}"/>
          </ac:spMkLst>
        </pc:spChg>
        <pc:spChg chg="mod">
          <ac:chgData name="João Gaspar" userId="7dec15aa-df9c-4e56-83fb-de5e1da84347" providerId="ADAL" clId="{5F5A64CD-14DA-4429-AD0D-339DD7191AF6}" dt="2024-06-02T20:45:36.183" v="31" actId="26606"/>
          <ac:spMkLst>
            <pc:docMk/>
            <pc:sldMk cId="1111987917" sldId="259"/>
            <ac:spMk id="5" creationId="{8DBCDEA0-CDC7-BE53-B012-696C9B1C0AE7}"/>
          </ac:spMkLst>
        </pc:spChg>
        <pc:spChg chg="add mod">
          <ac:chgData name="João Gaspar" userId="7dec15aa-df9c-4e56-83fb-de5e1da84347" providerId="ADAL" clId="{5F5A64CD-14DA-4429-AD0D-339DD7191AF6}" dt="2024-06-02T21:57:03.677" v="328"/>
          <ac:spMkLst>
            <pc:docMk/>
            <pc:sldMk cId="1111987917" sldId="259"/>
            <ac:spMk id="6" creationId="{9B218848-1FA0-DA85-A878-6DD1EFBE1598}"/>
          </ac:spMkLst>
        </pc:spChg>
        <pc:spChg chg="add del mod">
          <ac:chgData name="João Gaspar" userId="7dec15aa-df9c-4e56-83fb-de5e1da84347" providerId="ADAL" clId="{5F5A64CD-14DA-4429-AD0D-339DD7191AF6}" dt="2024-06-02T21:57:29.942" v="336" actId="478"/>
          <ac:spMkLst>
            <pc:docMk/>
            <pc:sldMk cId="1111987917" sldId="259"/>
            <ac:spMk id="8" creationId="{13C58D86-47D6-7146-2673-EBE67B2E5A8B}"/>
          </ac:spMkLst>
        </pc:spChg>
        <pc:spChg chg="add">
          <ac:chgData name="João Gaspar" userId="7dec15aa-df9c-4e56-83fb-de5e1da84347" providerId="ADAL" clId="{5F5A64CD-14DA-4429-AD0D-339DD7191AF6}" dt="2024-06-02T20:45:36.183" v="31" actId="26606"/>
          <ac:spMkLst>
            <pc:docMk/>
            <pc:sldMk cId="1111987917" sldId="259"/>
            <ac:spMk id="11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2T20:45:36.183" v="31" actId="26606"/>
          <ac:spMkLst>
            <pc:docMk/>
            <pc:sldMk cId="1111987917" sldId="259"/>
            <ac:spMk id="13" creationId="{E81BF4F6-F2CF-4984-9D14-D6966D92F99F}"/>
          </ac:spMkLst>
        </pc:spChg>
        <pc:picChg chg="add mod">
          <ac:chgData name="João Gaspar" userId="7dec15aa-df9c-4e56-83fb-de5e1da84347" providerId="ADAL" clId="{5F5A64CD-14DA-4429-AD0D-339DD7191AF6}" dt="2024-06-02T21:54:24.970" v="285" actId="14826"/>
          <ac:picMkLst>
            <pc:docMk/>
            <pc:sldMk cId="1111987917" sldId="259"/>
            <ac:picMk id="7" creationId="{CC918716-95D2-CCED-CC13-030701CBDC63}"/>
          </ac:picMkLst>
        </pc:picChg>
      </pc:sldChg>
      <pc:sldChg chg="addSp delSp modSp mod setBg modNotesTx">
        <pc:chgData name="João Gaspar" userId="7dec15aa-df9c-4e56-83fb-de5e1da84347" providerId="ADAL" clId="{5F5A64CD-14DA-4429-AD0D-339DD7191AF6}" dt="2024-06-02T22:14:13.101" v="711" actId="2710"/>
        <pc:sldMkLst>
          <pc:docMk/>
          <pc:sldMk cId="1623836021" sldId="260"/>
        </pc:sldMkLst>
        <pc:spChg chg="mod">
          <ac:chgData name="João Gaspar" userId="7dec15aa-df9c-4e56-83fb-de5e1da84347" providerId="ADAL" clId="{5F5A64CD-14DA-4429-AD0D-339DD7191AF6}" dt="2024-06-02T20:45:42.415" v="32" actId="26606"/>
          <ac:spMkLst>
            <pc:docMk/>
            <pc:sldMk cId="1623836021" sldId="260"/>
            <ac:spMk id="2" creationId="{DC8B6D5C-15CE-B61B-84A3-E2BD3FF4A127}"/>
          </ac:spMkLst>
        </pc:spChg>
        <pc:spChg chg="mod">
          <ac:chgData name="João Gaspar" userId="7dec15aa-df9c-4e56-83fb-de5e1da84347" providerId="ADAL" clId="{5F5A64CD-14DA-4429-AD0D-339DD7191AF6}" dt="2024-06-02T22:14:13.101" v="711" actId="2710"/>
          <ac:spMkLst>
            <pc:docMk/>
            <pc:sldMk cId="1623836021" sldId="260"/>
            <ac:spMk id="3" creationId="{101CFC4D-8A21-E6F7-817A-F16C73908F00}"/>
          </ac:spMkLst>
        </pc:spChg>
        <pc:spChg chg="del mod">
          <ac:chgData name="João Gaspar" userId="7dec15aa-df9c-4e56-83fb-de5e1da84347" providerId="ADAL" clId="{5F5A64CD-14DA-4429-AD0D-339DD7191AF6}" dt="2024-06-02T21:56:58.932" v="325" actId="478"/>
          <ac:spMkLst>
            <pc:docMk/>
            <pc:sldMk cId="1623836021" sldId="260"/>
            <ac:spMk id="4" creationId="{84085DA4-8C08-D6E6-244C-6F9A02049D5E}"/>
          </ac:spMkLst>
        </pc:spChg>
        <pc:spChg chg="mod">
          <ac:chgData name="João Gaspar" userId="7dec15aa-df9c-4e56-83fb-de5e1da84347" providerId="ADAL" clId="{5F5A64CD-14DA-4429-AD0D-339DD7191AF6}" dt="2024-06-02T20:45:42.415" v="32" actId="26606"/>
          <ac:spMkLst>
            <pc:docMk/>
            <pc:sldMk cId="1623836021" sldId="260"/>
            <ac:spMk id="5" creationId="{8DFE5CDA-5E21-71DD-F590-331350D021C5}"/>
          </ac:spMkLst>
        </pc:spChg>
        <pc:spChg chg="add mod">
          <ac:chgData name="João Gaspar" userId="7dec15aa-df9c-4e56-83fb-de5e1da84347" providerId="ADAL" clId="{5F5A64CD-14DA-4429-AD0D-339DD7191AF6}" dt="2024-06-02T21:57:34.029" v="337" actId="207"/>
          <ac:spMkLst>
            <pc:docMk/>
            <pc:sldMk cId="1623836021" sldId="260"/>
            <ac:spMk id="6" creationId="{DF4FE554-BEE3-8209-714A-28C16066FA19}"/>
          </ac:spMkLst>
        </pc:spChg>
        <pc:spChg chg="add">
          <ac:chgData name="João Gaspar" userId="7dec15aa-df9c-4e56-83fb-de5e1da84347" providerId="ADAL" clId="{5F5A64CD-14DA-4429-AD0D-339DD7191AF6}" dt="2024-06-02T20:45:42.415" v="32" actId="26606"/>
          <ac:spMkLst>
            <pc:docMk/>
            <pc:sldMk cId="1623836021" sldId="260"/>
            <ac:spMk id="11" creationId="{B65C0385-5E30-4D2E-AF9F-4639659D34E9}"/>
          </ac:spMkLst>
        </pc:spChg>
        <pc:spChg chg="add">
          <ac:chgData name="João Gaspar" userId="7dec15aa-df9c-4e56-83fb-de5e1da84347" providerId="ADAL" clId="{5F5A64CD-14DA-4429-AD0D-339DD7191AF6}" dt="2024-06-02T20:45:42.415" v="32" actId="26606"/>
          <ac:spMkLst>
            <pc:docMk/>
            <pc:sldMk cId="1623836021" sldId="260"/>
            <ac:spMk id="13" creationId="{E335820B-3A29-42C5-AA8D-10ECA43CD985}"/>
          </ac:spMkLst>
        </pc:spChg>
        <pc:picChg chg="add mod">
          <ac:chgData name="João Gaspar" userId="7dec15aa-df9c-4e56-83fb-de5e1da84347" providerId="ADAL" clId="{5F5A64CD-14DA-4429-AD0D-339DD7191AF6}" dt="2024-06-02T21:53:50.346" v="284" actId="14100"/>
          <ac:picMkLst>
            <pc:docMk/>
            <pc:sldMk cId="1623836021" sldId="260"/>
            <ac:picMk id="7" creationId="{796166FB-D679-52F5-022E-0B0D60A315F4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2T22:14:09.296" v="710" actId="2710"/>
        <pc:sldMkLst>
          <pc:docMk/>
          <pc:sldMk cId="2569888114" sldId="261"/>
        </pc:sldMkLst>
        <pc:spChg chg="mod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2" creationId="{D4EAC386-2116-E6B4-0B03-45113820C92E}"/>
          </ac:spMkLst>
        </pc:spChg>
        <pc:spChg chg="mod">
          <ac:chgData name="João Gaspar" userId="7dec15aa-df9c-4e56-83fb-de5e1da84347" providerId="ADAL" clId="{5F5A64CD-14DA-4429-AD0D-339DD7191AF6}" dt="2024-06-02T22:14:09.296" v="710" actId="2710"/>
          <ac:spMkLst>
            <pc:docMk/>
            <pc:sldMk cId="2569888114" sldId="261"/>
            <ac:spMk id="3" creationId="{C63E7569-D78E-A980-42C5-E03FCBCB4FAE}"/>
          </ac:spMkLst>
        </pc:spChg>
        <pc:spChg chg="del mod">
          <ac:chgData name="João Gaspar" userId="7dec15aa-df9c-4e56-83fb-de5e1da84347" providerId="ADAL" clId="{5F5A64CD-14DA-4429-AD0D-339DD7191AF6}" dt="2024-06-02T21:56:55.643" v="323" actId="478"/>
          <ac:spMkLst>
            <pc:docMk/>
            <pc:sldMk cId="2569888114" sldId="261"/>
            <ac:spMk id="4" creationId="{8FF36D00-7B5C-37A5-80A6-33841E343B24}"/>
          </ac:spMkLst>
        </pc:spChg>
        <pc:spChg chg="mod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5" creationId="{B8B4F806-50C1-2A3B-B7FF-66DE4B6A8F81}"/>
          </ac:spMkLst>
        </pc:spChg>
        <pc:spChg chg="add mod">
          <ac:chgData name="João Gaspar" userId="7dec15aa-df9c-4e56-83fb-de5e1da84347" providerId="ADAL" clId="{5F5A64CD-14DA-4429-AD0D-339DD7191AF6}" dt="2024-06-02T21:56:56.020" v="324"/>
          <ac:spMkLst>
            <pc:docMk/>
            <pc:sldMk cId="2569888114" sldId="261"/>
            <ac:spMk id="9" creationId="{657D4DD8-B153-875E-387A-A6DA46DCA0A3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1" creationId="{AE3A741D-C19B-960A-5803-1C5887147820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3" creationId="{9C3A50E9-9119-7BC3-083B-2D84CCC78E47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5" creationId="{DC39DE25-0E4E-0AA7-0932-1D78C2372786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7" creationId="{8D6EA299-0840-6DEA-E670-C49AEBC87E89}"/>
          </ac:spMkLst>
        </pc:spChg>
        <pc:spChg chg="add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22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24" creationId="{E81BF4F6-F2CF-4984-9D14-D6966D92F99F}"/>
          </ac:spMkLst>
        </pc:spChg>
        <pc:picChg chg="add mod">
          <ac:chgData name="João Gaspar" userId="7dec15aa-df9c-4e56-83fb-de5e1da84347" providerId="ADAL" clId="{5F5A64CD-14DA-4429-AD0D-339DD7191AF6}" dt="2024-06-02T21:42:54.411" v="250"/>
          <ac:picMkLst>
            <pc:docMk/>
            <pc:sldMk cId="2569888114" sldId="261"/>
            <ac:picMk id="6" creationId="{86CA146D-8624-719A-01F3-F6D87063F06C}"/>
          </ac:picMkLst>
        </pc:picChg>
        <pc:picChg chg="add del mod">
          <ac:chgData name="João Gaspar" userId="7dec15aa-df9c-4e56-83fb-de5e1da84347" providerId="ADAL" clId="{5F5A64CD-14DA-4429-AD0D-339DD7191AF6}" dt="2024-06-02T21:43:17.412" v="255" actId="14826"/>
          <ac:picMkLst>
            <pc:docMk/>
            <pc:sldMk cId="2569888114" sldId="261"/>
            <ac:picMk id="7" creationId="{E4A09083-226A-4A96-D9E8-8941DA5EF78C}"/>
          </ac:picMkLst>
        </pc:picChg>
        <pc:picChg chg="add del mod">
          <ac:chgData name="João Gaspar" userId="7dec15aa-df9c-4e56-83fb-de5e1da84347" providerId="ADAL" clId="{5F5A64CD-14DA-4429-AD0D-339DD7191AF6}" dt="2024-06-02T21:43:12.447" v="254" actId="478"/>
          <ac:picMkLst>
            <pc:docMk/>
            <pc:sldMk cId="2569888114" sldId="261"/>
            <ac:picMk id="8" creationId="{B571A055-3F1E-BEC3-C729-404F1657F1F8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3T00:04:16.774" v="729" actId="26606"/>
        <pc:sldMkLst>
          <pc:docMk/>
          <pc:sldMk cId="567565778" sldId="262"/>
        </pc:sldMkLst>
        <pc:spChg chg="mod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2" creationId="{33446C54-F7AE-CA4F-E5CE-50948D8171E6}"/>
          </ac:spMkLst>
        </pc:spChg>
        <pc:spChg chg="mod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3" creationId="{02672098-09A7-756F-7E43-F974D6424264}"/>
          </ac:spMkLst>
        </pc:spChg>
        <pc:spChg chg="del mod">
          <ac:chgData name="João Gaspar" userId="7dec15aa-df9c-4e56-83fb-de5e1da84347" providerId="ADAL" clId="{5F5A64CD-14DA-4429-AD0D-339DD7191AF6}" dt="2024-06-02T21:56:52.353" v="321" actId="478"/>
          <ac:spMkLst>
            <pc:docMk/>
            <pc:sldMk cId="567565778" sldId="262"/>
            <ac:spMk id="4" creationId="{64CC3025-9489-A6D4-FC95-F988DA8BBC1E}"/>
          </ac:spMkLst>
        </pc:spChg>
        <pc:spChg chg="mod ord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5" creationId="{C6690917-D9BF-558B-1172-6B72C41CE0A0}"/>
          </ac:spMkLst>
        </pc:spChg>
        <pc:spChg chg="add mod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6" creationId="{9DEC26D1-9B75-2C97-F0C4-7EEBEEAE11F9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1" creationId="{AE3A741D-C19B-960A-5803-1C5887147820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3" creationId="{9C3A50E9-9119-7BC3-083B-2D84CCC78E47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5" creationId="{DC39DE25-0E4E-0AA7-0932-1D78C2372786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7" creationId="{8D6EA299-0840-6DEA-E670-C49AEBC87E89}"/>
          </ac:spMkLst>
        </pc:spChg>
        <pc:spChg chg="add del">
          <ac:chgData name="João Gaspar" userId="7dec15aa-df9c-4e56-83fb-de5e1da84347" providerId="ADAL" clId="{5F5A64CD-14DA-4429-AD0D-339DD7191AF6}" dt="2024-06-02T21:48:43.757" v="270" actId="26606"/>
          <ac:spMkLst>
            <pc:docMk/>
            <pc:sldMk cId="567565778" sldId="262"/>
            <ac:spMk id="19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2T21:49:35.755" v="277" actId="26606"/>
          <ac:spMkLst>
            <pc:docMk/>
            <pc:sldMk cId="567565778" sldId="262"/>
            <ac:spMk id="25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2T21:49:35.755" v="277" actId="26606"/>
          <ac:spMkLst>
            <pc:docMk/>
            <pc:sldMk cId="567565778" sldId="262"/>
            <ac:spMk id="27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2T21:49:24.767" v="276" actId="26606"/>
          <ac:spMkLst>
            <pc:docMk/>
            <pc:sldMk cId="567565778" sldId="262"/>
            <ac:spMk id="29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30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31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2T21:48:59.524" v="272" actId="26606"/>
          <ac:spMkLst>
            <pc:docMk/>
            <pc:sldMk cId="567565778" sldId="262"/>
            <ac:spMk id="32" creationId="{B65C0385-5E30-4D2E-AF9F-4639659D34E9}"/>
          </ac:spMkLst>
        </pc:spChg>
        <pc:spChg chg="add del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33" creationId="{3ECBE1F1-D69B-4AFA-ABD5-8E41720EF6DE}"/>
          </ac:spMkLst>
        </pc:spChg>
        <pc:spChg chg="add del">
          <ac:chgData name="João Gaspar" userId="7dec15aa-df9c-4e56-83fb-de5e1da84347" providerId="ADAL" clId="{5F5A64CD-14DA-4429-AD0D-339DD7191AF6}" dt="2024-06-02T21:48:59.524" v="272" actId="26606"/>
          <ac:spMkLst>
            <pc:docMk/>
            <pc:sldMk cId="567565778" sldId="262"/>
            <ac:spMk id="34" creationId="{E335820B-3A29-42C5-AA8D-10ECA43CD985}"/>
          </ac:spMkLst>
        </pc:spChg>
        <pc:spChg chg="add del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38" creationId="{603A6265-E10C-4B85-9C20-E75FCAF9CC63}"/>
          </ac:spMkLst>
        </pc:spChg>
        <pc:spChg chg="add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43" creationId="{9F7D5CDA-D291-4307-BF55-1381FED29634}"/>
          </ac:spMkLst>
        </pc:spChg>
        <pc:spChg chg="add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45" creationId="{59B296B9-C5A5-4E4F-9B60-C907B5F1466C}"/>
          </ac:spMkLst>
        </pc:spChg>
        <pc:spChg chg="add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47" creationId="{D0300FD3-5AF1-6305-15FA-9078072672E2}"/>
          </ac:spMkLst>
        </pc:spChg>
        <pc:grpChg chg="add del">
          <ac:chgData name="João Gaspar" userId="7dec15aa-df9c-4e56-83fb-de5e1da84347" providerId="ADAL" clId="{5F5A64CD-14DA-4429-AD0D-339DD7191AF6}" dt="2024-06-02T21:49:05.522" v="274" actId="26606"/>
          <ac:grpSpMkLst>
            <pc:docMk/>
            <pc:sldMk cId="567565778" sldId="262"/>
            <ac:grpSpMk id="36" creationId="{5EFBDE31-BB3E-6CFC-23CD-B5976DA38438}"/>
          </ac:grpSpMkLst>
        </pc:grpChg>
        <pc:picChg chg="add del">
          <ac:chgData name="João Gaspar" userId="7dec15aa-df9c-4e56-83fb-de5e1da84347" providerId="ADAL" clId="{5F5A64CD-14DA-4429-AD0D-339DD7191AF6}" dt="2024-06-02T20:46:07.913" v="35" actId="26606"/>
          <ac:picMkLst>
            <pc:docMk/>
            <pc:sldMk cId="567565778" sldId="262"/>
            <ac:picMk id="7" creationId="{4215EBE2-516F-9B43-6570-51512D8A57AD}"/>
          </ac:picMkLst>
        </pc:picChg>
        <pc:picChg chg="add mod ord">
          <ac:chgData name="João Gaspar" userId="7dec15aa-df9c-4e56-83fb-de5e1da84347" providerId="ADAL" clId="{5F5A64CD-14DA-4429-AD0D-339DD7191AF6}" dt="2024-06-03T00:04:16.774" v="729" actId="26606"/>
          <ac:picMkLst>
            <pc:docMk/>
            <pc:sldMk cId="567565778" sldId="262"/>
            <ac:picMk id="20" creationId="{F697300D-85D4-02BA-46CA-6D444AA9FB97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3T00:04:41.883" v="733" actId="26606"/>
        <pc:sldMkLst>
          <pc:docMk/>
          <pc:sldMk cId="2832385390" sldId="263"/>
        </pc:sldMkLst>
        <pc:spChg chg="mod ord">
          <ac:chgData name="João Gaspar" userId="7dec15aa-df9c-4e56-83fb-de5e1da84347" providerId="ADAL" clId="{5F5A64CD-14DA-4429-AD0D-339DD7191AF6}" dt="2024-06-03T00:04:41.883" v="733" actId="26606"/>
          <ac:spMkLst>
            <pc:docMk/>
            <pc:sldMk cId="2832385390" sldId="263"/>
            <ac:spMk id="2" creationId="{42C9CCDD-7F42-FFCC-3807-54BD3E902B5B}"/>
          </ac:spMkLst>
        </pc:spChg>
        <pc:spChg chg="mod">
          <ac:chgData name="João Gaspar" userId="7dec15aa-df9c-4e56-83fb-de5e1da84347" providerId="ADAL" clId="{5F5A64CD-14DA-4429-AD0D-339DD7191AF6}" dt="2024-06-03T00:04:41.883" v="733" actId="26606"/>
          <ac:spMkLst>
            <pc:docMk/>
            <pc:sldMk cId="2832385390" sldId="263"/>
            <ac:spMk id="3" creationId="{C25F349C-DF7A-76B3-539A-D9AC348B7850}"/>
          </ac:spMkLst>
        </pc:spChg>
        <pc:spChg chg="del mod">
          <ac:chgData name="João Gaspar" userId="7dec15aa-df9c-4e56-83fb-de5e1da84347" providerId="ADAL" clId="{5F5A64CD-14DA-4429-AD0D-339DD7191AF6}" dt="2024-06-02T21:56:49.127" v="319" actId="478"/>
          <ac:spMkLst>
            <pc:docMk/>
            <pc:sldMk cId="2832385390" sldId="263"/>
            <ac:spMk id="4" creationId="{279D06DA-5B84-415C-8F61-C7847742AAB1}"/>
          </ac:spMkLst>
        </pc:spChg>
        <pc:spChg chg="mod">
          <ac:chgData name="João Gaspar" userId="7dec15aa-df9c-4e56-83fb-de5e1da84347" providerId="ADAL" clId="{5F5A64CD-14DA-4429-AD0D-339DD7191AF6}" dt="2024-06-03T00:04:41.883" v="733" actId="26606"/>
          <ac:spMkLst>
            <pc:docMk/>
            <pc:sldMk cId="2832385390" sldId="263"/>
            <ac:spMk id="5" creationId="{1D3DFBEB-7750-F056-BE82-8158E725F8BE}"/>
          </ac:spMkLst>
        </pc:spChg>
        <pc:spChg chg="add mod ord">
          <ac:chgData name="João Gaspar" userId="7dec15aa-df9c-4e56-83fb-de5e1da84347" providerId="ADAL" clId="{5F5A64CD-14DA-4429-AD0D-339DD7191AF6}" dt="2024-06-03T00:04:37.172" v="732" actId="26606"/>
          <ac:spMkLst>
            <pc:docMk/>
            <pc:sldMk cId="2832385390" sldId="263"/>
            <ac:spMk id="6" creationId="{9ED20EE6-852D-1387-4E9C-0E925B78142B}"/>
          </ac:spMkLst>
        </pc:spChg>
        <pc:spChg chg="add del">
          <ac:chgData name="João Gaspar" userId="7dec15aa-df9c-4e56-83fb-de5e1da84347" providerId="ADAL" clId="{5F5A64CD-14DA-4429-AD0D-339DD7191AF6}" dt="2024-06-02T22:04:44.303" v="683" actId="26606"/>
          <ac:spMkLst>
            <pc:docMk/>
            <pc:sldMk cId="2832385390" sldId="263"/>
            <ac:spMk id="11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3T00:04:24.244" v="730" actId="26606"/>
          <ac:spMkLst>
            <pc:docMk/>
            <pc:sldMk cId="2832385390" sldId="263"/>
            <ac:spMk id="16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3T00:04:24.244" v="730" actId="26606"/>
          <ac:spMkLst>
            <pc:docMk/>
            <pc:sldMk cId="2832385390" sldId="263"/>
            <ac:spMk id="18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3T00:04:37.172" v="732" actId="26606"/>
          <ac:spMkLst>
            <pc:docMk/>
            <pc:sldMk cId="2832385390" sldId="263"/>
            <ac:spMk id="23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3T00:04:37.172" v="732" actId="26606"/>
          <ac:spMkLst>
            <pc:docMk/>
            <pc:sldMk cId="2832385390" sldId="263"/>
            <ac:spMk id="25" creationId="{59B296B9-C5A5-4E4F-9B60-C907B5F1466C}"/>
          </ac:spMkLst>
        </pc:spChg>
        <pc:spChg chg="add del">
          <ac:chgData name="João Gaspar" userId="7dec15aa-df9c-4e56-83fb-de5e1da84347" providerId="ADAL" clId="{5F5A64CD-14DA-4429-AD0D-339DD7191AF6}" dt="2024-06-03T00:04:37.172" v="732" actId="26606"/>
          <ac:spMkLst>
            <pc:docMk/>
            <pc:sldMk cId="2832385390" sldId="263"/>
            <ac:spMk id="27" creationId="{D0300FD3-5AF1-6305-15FA-9078072672E2}"/>
          </ac:spMkLst>
        </pc:spChg>
        <pc:spChg chg="add del">
          <ac:chgData name="João Gaspar" userId="7dec15aa-df9c-4e56-83fb-de5e1da84347" providerId="ADAL" clId="{5F5A64CD-14DA-4429-AD0D-339DD7191AF6}" dt="2024-06-03T00:04:41.883" v="733" actId="26606"/>
          <ac:spMkLst>
            <pc:docMk/>
            <pc:sldMk cId="2832385390" sldId="263"/>
            <ac:spMk id="32" creationId="{B210AC1D-4063-4C6E-9528-FA9C4C0C18E6}"/>
          </ac:spMkLst>
        </pc:spChg>
        <pc:spChg chg="add del">
          <ac:chgData name="João Gaspar" userId="7dec15aa-df9c-4e56-83fb-de5e1da84347" providerId="ADAL" clId="{5F5A64CD-14DA-4429-AD0D-339DD7191AF6}" dt="2024-06-03T00:04:41.883" v="733" actId="26606"/>
          <ac:spMkLst>
            <pc:docMk/>
            <pc:sldMk cId="2832385390" sldId="263"/>
            <ac:spMk id="34" creationId="{02F8C595-E68C-4306-AED8-DC7826A0A506}"/>
          </ac:spMkLst>
        </pc:spChg>
        <pc:spChg chg="add">
          <ac:chgData name="João Gaspar" userId="7dec15aa-df9c-4e56-83fb-de5e1da84347" providerId="ADAL" clId="{5F5A64CD-14DA-4429-AD0D-339DD7191AF6}" dt="2024-06-03T00:04:41.883" v="733" actId="26606"/>
          <ac:spMkLst>
            <pc:docMk/>
            <pc:sldMk cId="2832385390" sldId="263"/>
            <ac:spMk id="39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3T00:04:41.883" v="733" actId="26606"/>
          <ac:spMkLst>
            <pc:docMk/>
            <pc:sldMk cId="2832385390" sldId="263"/>
            <ac:spMk id="41" creationId="{603A6265-E10C-4B85-9C20-E75FCAF9CC63}"/>
          </ac:spMkLst>
        </pc:spChg>
        <pc:picChg chg="add mod ord">
          <ac:chgData name="João Gaspar" userId="7dec15aa-df9c-4e56-83fb-de5e1da84347" providerId="ADAL" clId="{5F5A64CD-14DA-4429-AD0D-339DD7191AF6}" dt="2024-06-03T00:04:41.883" v="733" actId="26606"/>
          <ac:picMkLst>
            <pc:docMk/>
            <pc:sldMk cId="2832385390" sldId="263"/>
            <ac:picMk id="7" creationId="{DDF14196-F223-ADCE-F3CC-8573A5AB48A0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3T00:04:34.765" v="731" actId="26606"/>
        <pc:sldMkLst>
          <pc:docMk/>
          <pc:sldMk cId="3173771447" sldId="264"/>
        </pc:sldMkLst>
        <pc:spChg chg="mod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2" creationId="{06EE0CD9-859B-FFDC-7F6F-65A1864810C7}"/>
          </ac:spMkLst>
        </pc:spChg>
        <pc:spChg chg="mod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3" creationId="{63326C6E-5F1E-0E8D-F642-983D87164C61}"/>
          </ac:spMkLst>
        </pc:spChg>
        <pc:spChg chg="del mod">
          <ac:chgData name="João Gaspar" userId="7dec15aa-df9c-4e56-83fb-de5e1da84347" providerId="ADAL" clId="{5F5A64CD-14DA-4429-AD0D-339DD7191AF6}" dt="2024-06-02T21:56:41.579" v="317" actId="478"/>
          <ac:spMkLst>
            <pc:docMk/>
            <pc:sldMk cId="3173771447" sldId="264"/>
            <ac:spMk id="4" creationId="{F1EA4CEC-2557-52C3-FD71-204BDA1E6BAF}"/>
          </ac:spMkLst>
        </pc:spChg>
        <pc:spChg chg="mod ord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5" creationId="{09584837-1C74-DD42-E69B-D85B02C81CBA}"/>
          </ac:spMkLst>
        </pc:spChg>
        <pc:spChg chg="add mod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6" creationId="{029FED57-33C5-855C-4776-592884EB5D56}"/>
          </ac:spMkLst>
        </pc:spChg>
        <pc:spChg chg="add del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11" creationId="{3ECBE1F1-D69B-4AFA-ABD5-8E41720EF6DE}"/>
          </ac:spMkLst>
        </pc:spChg>
        <pc:spChg chg="add del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13" creationId="{603A6265-E10C-4B85-9C20-E75FCAF9CC63}"/>
          </ac:spMkLst>
        </pc:spChg>
        <pc:spChg chg="add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18" creationId="{9F7D5CDA-D291-4307-BF55-1381FED29634}"/>
          </ac:spMkLst>
        </pc:spChg>
        <pc:spChg chg="add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20" creationId="{59B296B9-C5A5-4E4F-9B60-C907B5F1466C}"/>
          </ac:spMkLst>
        </pc:spChg>
        <pc:spChg chg="add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22" creationId="{D0300FD3-5AF1-6305-15FA-9078072672E2}"/>
          </ac:spMkLst>
        </pc:spChg>
        <pc:picChg chg="add mod">
          <ac:chgData name="João Gaspar" userId="7dec15aa-df9c-4e56-83fb-de5e1da84347" providerId="ADAL" clId="{5F5A64CD-14DA-4429-AD0D-339DD7191AF6}" dt="2024-06-03T00:04:34.765" v="731" actId="26606"/>
          <ac:picMkLst>
            <pc:docMk/>
            <pc:sldMk cId="3173771447" sldId="264"/>
            <ac:picMk id="7" creationId="{1D6FD1B4-CA86-95E3-721F-84754E4148ED}"/>
          </ac:picMkLst>
        </pc:picChg>
      </pc:sldChg>
      <pc:sldChg chg="addSp modSp add del mod setBg">
        <pc:chgData name="João Gaspar" userId="7dec15aa-df9c-4e56-83fb-de5e1da84347" providerId="ADAL" clId="{5F5A64CD-14DA-4429-AD0D-339DD7191AF6}" dt="2024-06-02T20:47:30.225" v="42" actId="47"/>
        <pc:sldMkLst>
          <pc:docMk/>
          <pc:sldMk cId="1501253385" sldId="265"/>
        </pc:sldMkLst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2" creationId="{2D31232B-71A3-AC7C-39CB-459AD3EBF036}"/>
          </ac:spMkLst>
        </pc:spChg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3" creationId="{66C0E097-CB4A-4A39-1006-BCCC06BDE904}"/>
          </ac:spMkLst>
        </pc:spChg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4" creationId="{E7ECCBBE-C215-B776-15D1-1104CF272226}"/>
          </ac:spMkLst>
        </pc:spChg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5" creationId="{FAA63990-17BD-B879-DD9C-8B239398B75F}"/>
          </ac:spMkLst>
        </pc:spChg>
        <pc:spChg chg="ad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11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13" creationId="{603A6265-E10C-4B85-9C20-E75FCAF9CC63}"/>
          </ac:spMkLst>
        </pc:spChg>
        <pc:picChg chg="add">
          <ac:chgData name="João Gaspar" userId="7dec15aa-df9c-4e56-83fb-de5e1da84347" providerId="ADAL" clId="{5F5A64CD-14DA-4429-AD0D-339DD7191AF6}" dt="2024-06-02T20:47:00.258" v="39" actId="26606"/>
          <ac:picMkLst>
            <pc:docMk/>
            <pc:sldMk cId="1501253385" sldId="265"/>
            <ac:picMk id="7" creationId="{0660631A-5310-A303-DDE1-E28636F7FD36}"/>
          </ac:picMkLst>
        </pc:picChg>
      </pc:sldChg>
      <pc:sldChg chg="addSp modSp new mod setBg">
        <pc:chgData name="João Gaspar" userId="7dec15aa-df9c-4e56-83fb-de5e1da84347" providerId="ADAL" clId="{5F5A64CD-14DA-4429-AD0D-339DD7191AF6}" dt="2024-06-02T22:14:27.270" v="716" actId="27636"/>
        <pc:sldMkLst>
          <pc:docMk/>
          <pc:sldMk cId="1925614804" sldId="265"/>
        </pc:sldMkLst>
        <pc:spChg chg="mod">
          <ac:chgData name="João Gaspar" userId="7dec15aa-df9c-4e56-83fb-de5e1da84347" providerId="ADAL" clId="{5F5A64CD-14DA-4429-AD0D-339DD7191AF6}" dt="2024-06-02T20:47:45.942" v="54" actId="20577"/>
          <ac:spMkLst>
            <pc:docMk/>
            <pc:sldMk cId="1925614804" sldId="265"/>
            <ac:spMk id="2" creationId="{2E9F1C5F-BD9A-6944-1470-43BD4692C181}"/>
          </ac:spMkLst>
        </pc:spChg>
        <pc:spChg chg="mod">
          <ac:chgData name="João Gaspar" userId="7dec15aa-df9c-4e56-83fb-de5e1da84347" providerId="ADAL" clId="{5F5A64CD-14DA-4429-AD0D-339DD7191AF6}" dt="2024-06-02T22:14:27.270" v="716" actId="27636"/>
          <ac:spMkLst>
            <pc:docMk/>
            <pc:sldMk cId="1925614804" sldId="265"/>
            <ac:spMk id="3" creationId="{192A18D7-40DF-B571-AC86-94A7727F42DB}"/>
          </ac:spMkLst>
        </pc:spChg>
        <pc:spChg chg="mod">
          <ac:chgData name="João Gaspar" userId="7dec15aa-df9c-4e56-83fb-de5e1da84347" providerId="ADAL" clId="{5F5A64CD-14DA-4429-AD0D-339DD7191AF6}" dt="2024-06-02T21:56:32.041" v="316" actId="6549"/>
          <ac:spMkLst>
            <pc:docMk/>
            <pc:sldMk cId="1925614804" sldId="265"/>
            <ac:spMk id="4" creationId="{8EEE3120-0213-4797-7B33-01179BA1C6C9}"/>
          </ac:spMkLst>
        </pc:spChg>
        <pc:spChg chg="mod">
          <ac:chgData name="João Gaspar" userId="7dec15aa-df9c-4e56-83fb-de5e1da84347" providerId="ADAL" clId="{5F5A64CD-14DA-4429-AD0D-339DD7191AF6}" dt="2024-06-02T20:47:37.345" v="44" actId="26606"/>
          <ac:spMkLst>
            <pc:docMk/>
            <pc:sldMk cId="1925614804" sldId="265"/>
            <ac:spMk id="5" creationId="{BE4B7072-FBFB-97F0-E61C-8E5F249DF43A}"/>
          </ac:spMkLst>
        </pc:spChg>
        <pc:spChg chg="add mod">
          <ac:chgData name="João Gaspar" userId="7dec15aa-df9c-4e56-83fb-de5e1da84347" providerId="ADAL" clId="{5F5A64CD-14DA-4429-AD0D-339DD7191AF6}" dt="2024-06-02T20:49:11.978" v="98" actId="571"/>
          <ac:spMkLst>
            <pc:docMk/>
            <pc:sldMk cId="1925614804" sldId="265"/>
            <ac:spMk id="6" creationId="{35C595F3-E946-B179-41AC-BADF78BB0036}"/>
          </ac:spMkLst>
        </pc:spChg>
        <pc:spChg chg="add">
          <ac:chgData name="João Gaspar" userId="7dec15aa-df9c-4e56-83fb-de5e1da84347" providerId="ADAL" clId="{5F5A64CD-14DA-4429-AD0D-339DD7191AF6}" dt="2024-06-02T20:47:37.345" v="44" actId="26606"/>
          <ac:spMkLst>
            <pc:docMk/>
            <pc:sldMk cId="1925614804" sldId="265"/>
            <ac:spMk id="10" creationId="{EEBFA4C8-C301-60A7-C96E-E85360F5DFB4}"/>
          </ac:spMkLst>
        </pc:spChg>
      </pc:sldChg>
      <pc:sldChg chg="addSp delSp modSp add mod setBg delDesignElem">
        <pc:chgData name="João Gaspar" userId="7dec15aa-df9c-4e56-83fb-de5e1da84347" providerId="ADAL" clId="{5F5A64CD-14DA-4429-AD0D-339DD7191AF6}" dt="2024-06-03T00:06:20.294" v="740" actId="20577"/>
        <pc:sldMkLst>
          <pc:docMk/>
          <pc:sldMk cId="3112891430" sldId="266"/>
        </pc:sldMkLst>
        <pc:spChg chg="mod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2" creationId="{D4EAC386-2116-E6B4-0B03-45113820C92E}"/>
          </ac:spMkLst>
        </pc:spChg>
        <pc:spChg chg="mod">
          <ac:chgData name="João Gaspar" userId="7dec15aa-df9c-4e56-83fb-de5e1da84347" providerId="ADAL" clId="{5F5A64CD-14DA-4429-AD0D-339DD7191AF6}" dt="2024-06-03T00:06:20.294" v="740" actId="20577"/>
          <ac:spMkLst>
            <pc:docMk/>
            <pc:sldMk cId="3112891430" sldId="266"/>
            <ac:spMk id="3" creationId="{C63E7569-D78E-A980-42C5-E03FCBCB4FAE}"/>
          </ac:spMkLst>
        </pc:spChg>
        <pc:spChg chg="add mod">
          <ac:chgData name="João Gaspar" userId="7dec15aa-df9c-4e56-83fb-de5e1da84347" providerId="ADAL" clId="{5F5A64CD-14DA-4429-AD0D-339DD7191AF6}" dt="2024-06-03T00:04:54.470" v="735"/>
          <ac:spMkLst>
            <pc:docMk/>
            <pc:sldMk cId="3112891430" sldId="266"/>
            <ac:spMk id="4" creationId="{30981E7F-39BF-F46F-2F37-EC0640A89C9A}"/>
          </ac:spMkLst>
        </pc:spChg>
        <pc:spChg chg="mod ord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5" creationId="{B8B4F806-50C1-2A3B-B7FF-66DE4B6A8F81}"/>
          </ac:spMkLst>
        </pc:spChg>
        <pc:spChg chg="del mod">
          <ac:chgData name="João Gaspar" userId="7dec15aa-df9c-4e56-83fb-de5e1da84347" providerId="ADAL" clId="{5F5A64CD-14DA-4429-AD0D-339DD7191AF6}" dt="2024-06-03T00:04:54.190" v="734" actId="478"/>
          <ac:spMkLst>
            <pc:docMk/>
            <pc:sldMk cId="3112891430" sldId="266"/>
            <ac:spMk id="9" creationId="{657D4DD8-B153-875E-387A-A6DA46DCA0A3}"/>
          </ac:spMkLst>
        </pc:spChg>
        <pc:spChg chg="add del">
          <ac:chgData name="João Gaspar" userId="7dec15aa-df9c-4e56-83fb-de5e1da84347" providerId="ADAL" clId="{5F5A64CD-14DA-4429-AD0D-339DD7191AF6}" dt="2024-06-03T00:04:08.029" v="727" actId="26606"/>
          <ac:spMkLst>
            <pc:docMk/>
            <pc:sldMk cId="3112891430" sldId="266"/>
            <ac:spMk id="15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17" creationId="{59B296B9-C5A5-4E4F-9B60-C907B5F1466C}"/>
          </ac:spMkLst>
        </pc:spChg>
        <pc:spChg chg="add del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18" creationId="{D0300FD3-5AF1-6305-15FA-9078072672E2}"/>
          </ac:spMkLst>
        </pc:spChg>
        <pc:spChg chg="add del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20" creationId="{9F7D5CDA-D291-4307-BF55-1381FED29634}"/>
          </ac:spMkLst>
        </pc:spChg>
        <pc:spChg chg="del">
          <ac:chgData name="João Gaspar" userId="7dec15aa-df9c-4e56-83fb-de5e1da84347" providerId="ADAL" clId="{5F5A64CD-14DA-4429-AD0D-339DD7191AF6}" dt="2024-06-03T00:03:50.736" v="718"/>
          <ac:spMkLst>
            <pc:docMk/>
            <pc:sldMk cId="3112891430" sldId="266"/>
            <ac:spMk id="22" creationId="{C0763A76-9F1C-4FC5-82B7-DD475DA461B2}"/>
          </ac:spMkLst>
        </pc:spChg>
        <pc:spChg chg="del">
          <ac:chgData name="João Gaspar" userId="7dec15aa-df9c-4e56-83fb-de5e1da84347" providerId="ADAL" clId="{5F5A64CD-14DA-4429-AD0D-339DD7191AF6}" dt="2024-06-03T00:03:50.736" v="718"/>
          <ac:spMkLst>
            <pc:docMk/>
            <pc:sldMk cId="3112891430" sldId="266"/>
            <ac:spMk id="24" creationId="{E81BF4F6-F2CF-4984-9D14-D6966D92F99F}"/>
          </ac:spMkLst>
        </pc:spChg>
        <pc:spChg chg="add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25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27" creationId="{603A6265-E10C-4B85-9C20-E75FCAF9CC63}"/>
          </ac:spMkLst>
        </pc:spChg>
        <pc:picChg chg="del">
          <ac:chgData name="João Gaspar" userId="7dec15aa-df9c-4e56-83fb-de5e1da84347" providerId="ADAL" clId="{5F5A64CD-14DA-4429-AD0D-339DD7191AF6}" dt="2024-06-03T00:03:52.621" v="719" actId="478"/>
          <ac:picMkLst>
            <pc:docMk/>
            <pc:sldMk cId="3112891430" sldId="266"/>
            <ac:picMk id="7" creationId="{E4A09083-226A-4A96-D9E8-8941DA5EF78C}"/>
          </ac:picMkLst>
        </pc:picChg>
        <pc:picChg chg="add mod ord">
          <ac:chgData name="João Gaspar" userId="7dec15aa-df9c-4e56-83fb-de5e1da84347" providerId="ADAL" clId="{5F5A64CD-14DA-4429-AD0D-339DD7191AF6}" dt="2024-06-03T00:04:11.145" v="728" actId="26606"/>
          <ac:picMkLst>
            <pc:docMk/>
            <pc:sldMk cId="3112891430" sldId="266"/>
            <ac:picMk id="11" creationId="{169B76FD-E307-05CB-A02C-6E5ECE1AB16E}"/>
          </ac:picMkLst>
        </pc:picChg>
      </pc:sldChg>
    </pc:docChg>
  </pc:docChgLst>
  <pc:docChgLst>
    <pc:chgData name="João Gaspar" userId="7dec15aa-df9c-4e56-83fb-de5e1da84347" providerId="ADAL" clId="{B8FFF8AF-4563-4B10-A0DD-FF77C4350ACA}"/>
    <pc:docChg chg="undo custSel modSld">
      <pc:chgData name="João Gaspar" userId="7dec15aa-df9c-4e56-83fb-de5e1da84347" providerId="ADAL" clId="{B8FFF8AF-4563-4B10-A0DD-FF77C4350ACA}" dt="2024-04-21T21:21:35.669" v="186" actId="20577"/>
      <pc:docMkLst>
        <pc:docMk/>
      </pc:docMkLst>
      <pc:sldChg chg="addSp delSp modSp mod modMedia setBg delAnim">
        <pc:chgData name="João Gaspar" userId="7dec15aa-df9c-4e56-83fb-de5e1da84347" providerId="ADAL" clId="{B8FFF8AF-4563-4B10-A0DD-FF77C4350ACA}" dt="2024-04-21T21:21:35.669" v="186" actId="20577"/>
        <pc:sldMkLst>
          <pc:docMk/>
          <pc:sldMk cId="4202033261" sldId="256"/>
        </pc:sldMkLst>
        <pc:spChg chg="mod">
          <ac:chgData name="João Gaspar" userId="7dec15aa-df9c-4e56-83fb-de5e1da84347" providerId="ADAL" clId="{B8FFF8AF-4563-4B10-A0DD-FF77C4350ACA}" dt="2024-04-21T21:21:35.669" v="186" actId="20577"/>
          <ac:spMkLst>
            <pc:docMk/>
            <pc:sldMk cId="4202033261" sldId="256"/>
            <ac:spMk id="2" creationId="{D88944CE-65E2-282D-054B-101CEE226DDD}"/>
          </ac:spMkLst>
        </pc:spChg>
        <pc:spChg chg="mod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3" creationId="{7558EDDC-59F9-82DB-AC8D-FADD282C0232}"/>
          </ac:spMkLst>
        </pc:spChg>
        <pc:spChg chg="mod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4" creationId="{51921409-2F16-8E6A-0FA4-9DA6A5D95230}"/>
          </ac:spMkLst>
        </pc:spChg>
        <pc:spChg chg="mod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5" creationId="{34E9C846-0417-B26F-1E2B-784ECEEFF9ED}"/>
          </ac:spMkLst>
        </pc:spChg>
        <pc:spChg chg="add del">
          <ac:chgData name="João Gaspar" userId="7dec15aa-df9c-4e56-83fb-de5e1da84347" providerId="ADAL" clId="{B8FFF8AF-4563-4B10-A0DD-FF77C4350ACA}" dt="2024-04-21T15:27:06.091" v="45" actId="26606"/>
          <ac:spMkLst>
            <pc:docMk/>
            <pc:sldMk cId="4202033261" sldId="256"/>
            <ac:spMk id="11" creationId="{C1DD1A8A-57D5-4A81-AD04-532B043C5611}"/>
          </ac:spMkLst>
        </pc:spChg>
        <pc:spChg chg="add del">
          <ac:chgData name="João Gaspar" userId="7dec15aa-df9c-4e56-83fb-de5e1da84347" providerId="ADAL" clId="{B8FFF8AF-4563-4B10-A0DD-FF77C4350ACA}" dt="2024-04-21T15:27:06.091" v="45" actId="26606"/>
          <ac:spMkLst>
            <pc:docMk/>
            <pc:sldMk cId="4202033261" sldId="256"/>
            <ac:spMk id="13" creationId="{007891EC-4501-44ED-A8C8-B11B6DB767AB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5" creationId="{AF2F604E-43BE-4DC3-B983-E071523364F8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6" creationId="{0671A8AE-40A1-4631-A6B8-581AFF065482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7" creationId="{08C9B587-E65E-4B52-B37C-ABEBB6E87928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9" creationId="{AB58EF07-17C2-48CF-ABB0-EEF1F17CB8F0}"/>
          </ac:spMkLst>
        </pc:spChg>
        <pc:spChg chg="add del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21" creationId="{C1DD1A8A-57D5-4A81-AD04-532B043C5611}"/>
          </ac:spMkLst>
        </pc:spChg>
        <pc:spChg chg="add del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23" creationId="{007891EC-4501-44ED-A8C8-B11B6DB767AB}"/>
          </ac:spMkLst>
        </pc:spChg>
        <pc:picChg chg="add del">
          <ac:chgData name="João Gaspar" userId="7dec15aa-df9c-4e56-83fb-de5e1da84347" providerId="ADAL" clId="{B8FFF8AF-4563-4B10-A0DD-FF77C4350ACA}" dt="2024-04-21T15:27:06.091" v="45" actId="26606"/>
          <ac:picMkLst>
            <pc:docMk/>
            <pc:sldMk cId="4202033261" sldId="256"/>
            <ac:picMk id="7" creationId="{E04EE675-5025-576B-0A38-592A309A3EAD}"/>
          </ac:picMkLst>
        </pc:picChg>
        <pc:picChg chg="add del">
          <ac:chgData name="João Gaspar" userId="7dec15aa-df9c-4e56-83fb-de5e1da84347" providerId="ADAL" clId="{B8FFF8AF-4563-4B10-A0DD-FF77C4350ACA}" dt="2024-04-21T15:27:06.797" v="47" actId="26606"/>
          <ac:picMkLst>
            <pc:docMk/>
            <pc:sldMk cId="4202033261" sldId="256"/>
            <ac:picMk id="18" creationId="{72DCC5E7-AA4C-41DF-BC2C-648B86556A63}"/>
          </ac:picMkLst>
        </pc:picChg>
        <pc:picChg chg="add del mod">
          <ac:chgData name="João Gaspar" userId="7dec15aa-df9c-4e56-83fb-de5e1da84347" providerId="ADAL" clId="{B8FFF8AF-4563-4B10-A0DD-FF77C4350ACA}" dt="2024-04-21T15:27:23.858" v="51" actId="26606"/>
          <ac:picMkLst>
            <pc:docMk/>
            <pc:sldMk cId="4202033261" sldId="256"/>
            <ac:picMk id="22" creationId="{0F344D8A-E7DA-5640-9805-A82B8FD47298}"/>
          </ac:picMkLst>
        </pc:picChg>
      </pc:sldChg>
      <pc:sldChg chg="addSp delSp modSp mod">
        <pc:chgData name="João Gaspar" userId="7dec15aa-df9c-4e56-83fb-de5e1da84347" providerId="ADAL" clId="{B8FFF8AF-4563-4B10-A0DD-FF77C4350ACA}" dt="2024-04-21T15:26:47.099" v="43"/>
        <pc:sldMkLst>
          <pc:docMk/>
          <pc:sldMk cId="3190298846" sldId="257"/>
        </pc:sldMkLst>
        <pc:spChg chg="del">
          <ac:chgData name="João Gaspar" userId="7dec15aa-df9c-4e56-83fb-de5e1da84347" providerId="ADAL" clId="{B8FFF8AF-4563-4B10-A0DD-FF77C4350ACA}" dt="2024-04-21T15:26:46.710" v="42" actId="478"/>
          <ac:spMkLst>
            <pc:docMk/>
            <pc:sldMk cId="3190298846" sldId="257"/>
            <ac:spMk id="4" creationId="{8FA0387A-F9C7-FD4D-4AD2-19395D4C0DFC}"/>
          </ac:spMkLst>
        </pc:spChg>
        <pc:spChg chg="add mod">
          <ac:chgData name="João Gaspar" userId="7dec15aa-df9c-4e56-83fb-de5e1da84347" providerId="ADAL" clId="{B8FFF8AF-4563-4B10-A0DD-FF77C4350ACA}" dt="2024-04-21T15:26:47.099" v="43"/>
          <ac:spMkLst>
            <pc:docMk/>
            <pc:sldMk cId="3190298846" sldId="257"/>
            <ac:spMk id="6" creationId="{5D06981F-3CC6-BEED-655A-47BEBF52B2ED}"/>
          </ac:spMkLst>
        </pc:spChg>
      </pc:sldChg>
      <pc:sldChg chg="modSp mod">
        <pc:chgData name="João Gaspar" userId="7dec15aa-df9c-4e56-83fb-de5e1da84347" providerId="ADAL" clId="{B8FFF8AF-4563-4B10-A0DD-FF77C4350ACA}" dt="2024-04-21T15:28:49.854" v="185" actId="20577"/>
        <pc:sldMkLst>
          <pc:docMk/>
          <pc:sldMk cId="2453939418" sldId="258"/>
        </pc:sldMkLst>
        <pc:spChg chg="mod">
          <ac:chgData name="João Gaspar" userId="7dec15aa-df9c-4e56-83fb-de5e1da84347" providerId="ADAL" clId="{B8FFF8AF-4563-4B10-A0DD-FF77C4350ACA}" dt="2024-04-21T15:28:49.854" v="185" actId="20577"/>
          <ac:spMkLst>
            <pc:docMk/>
            <pc:sldMk cId="2453939418" sldId="258"/>
            <ac:spMk id="3" creationId="{69CEDF8A-2D7C-1EDC-03F2-EE94899FD80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 dirty="0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38FD77-722C-49E2-AEB2-4580223DE7D4}" type="datetimeFigureOut">
              <a:rPr lang="pt-PT" smtClean="0"/>
              <a:t>03/06/2024</a:t>
            </a:fld>
            <a:endParaRPr lang="pt-PT" dirty="0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 dirty="0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 dirty="0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0AF832-54E1-4B1C-8983-BE7858CA31D0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62425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Animação da Floresta e Objetos 3D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Árvores, casa, torre e outros objetos 3D são carregados e posicionados na cena sem animação contínua, mas estão presentes no cenário.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Movimento do Jogador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O movimento do jogador é atualizado a cada frame para refletir a posição e rotação do corpo físico (CANNON.js) e a câmera (THREE.js).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Movimento do Fantasma (Ghost)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O fantasma se move continuamente em direção ao jogador, ajustando sua posição e rotação.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Disparo de Balas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As balas são disparadas da posição do jogador e se movem na direção em que a câmera está apontada.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Colisões e Atualização de Vida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As colisões entre o jogador, fantasma e balas são detetadas e geridas, atualizando as vidas e estados dos objetos.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AF832-54E1-4B1C-8983-BE7858CA31D0}" type="slidenum">
              <a:rPr lang="pt-PT" smtClean="0"/>
              <a:t>4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94585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AF832-54E1-4B1C-8983-BE7858CA31D0}" type="slidenum">
              <a:rPr lang="pt-PT" smtClean="0"/>
              <a:t>5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888202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AF832-54E1-4B1C-8983-BE7858CA31D0}" type="slidenum">
              <a:rPr lang="pt-PT" smtClean="0"/>
              <a:t>6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5344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66BB89-7BE9-A545-754F-C98A1302DF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959015D-C902-57BE-2636-5FE0BEDCC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5101EEF-6BCC-854B-CF2B-115A5CED3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A4982F9-A41C-49C4-F29E-222FF684C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C15CFFE-0FA7-0C90-18C6-F5D77718C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598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66B7F-BD1B-001E-4C07-353EF8E12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8B74D76-D695-2F68-603A-D73E53708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2052CD5-0103-8CBB-C92A-F2666FF32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DEDC248-E240-A0D1-3BBA-5EAB5E314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9737C3B-0753-60F0-5345-D6A90F02F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87421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3CC356-C0DE-21ED-5761-0E3F00EEB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63F18D4-8F36-FDE8-7C61-B19829982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8DD28AD-0BDA-E40F-22F2-D64CD987E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06DEE72-A089-176C-CA13-5DBCA1F9B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986269D-FAC9-E652-D449-5BB6B97B9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51257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D99E-2E37-AFBC-AE47-78D009E9A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92BEC8B-8B89-6819-4CA2-CEB3D7BDBB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54CB0077-EFB2-B921-AE64-B579EA55A5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9E73F7E-A785-B10D-3227-48AE4C2C4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20B036F-EAD2-827E-BBB1-F40C3D98A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256E54B2-0D17-3E6C-7822-F564A485A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4266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87D409-9061-3FB2-AC95-E5A3D96DB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D6215D1A-41B9-A5A9-BC2B-15F7B560D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73FD7943-6EE0-2126-6057-FBBC1F7C9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8AEA3D3B-3C2C-B803-D4E7-66FA86182C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5A79F0E7-CEA8-B4E1-23AF-A35AA42448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2F70EC4E-708B-5D43-BED8-43A33E6B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B93DD28F-81BA-3065-4CF0-D89F72FCF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3AD363F4-5E26-287D-2886-A7871BB50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1751143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8B1DCA-3E8A-3FE0-D4E9-9BD637471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7D78786F-D7BA-82B7-DFA2-E7374B8DB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65B472FB-28D6-2F09-8276-E3719E8D3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9EE03092-D92C-4A01-3709-783E876BE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14183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86783F8-DF8B-9CE3-5002-5E8FDA914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4ADF7E30-FE76-A994-3CAF-BB9044C81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699FFB2-856A-8C14-C00D-77EDE2A8F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511936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B7DE2B-A4E3-B1A1-DCB7-A6E452758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FCFC164-FA04-5085-90DC-B21188FF5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B8133FE9-EAEC-5787-EB79-CBD292F18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FB7FDBA-FEB1-88AB-8244-355E45A5D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7B2CB21-5744-8978-6A70-C2827967E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65906B4-EBE4-102F-F29F-9FE1C4863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32348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A1D7-6F7C-F271-7859-C553CA1C0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F2603FC5-6812-CB40-2F05-59F873D5EF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 dirty="0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9881A9B-D32D-5889-59F5-A67C3AB4B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53B8055E-B0D1-4C3E-D665-F4955CA3F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5C2E7BD-BDA9-FBCE-FB01-B5E072FFE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AE1E3A53-9300-A914-F8CD-52CE088DD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486677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7E8D9B-CD65-671B-7F48-C5C76CC20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68CD0067-CD65-7B90-A58C-073781C09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2577353-5EBE-1684-3CDB-FF797E83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0A5BE1B-E409-434D-71A6-C07E397D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B74703B-5D37-8365-3761-E3FF81999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304961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DC76D24-E6A4-EA68-4CF4-1A252A1E9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87717F8-2DDB-C7A5-8301-10CDDF3EDA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6119FBF-5E62-026B-EC90-AE1ACBD5B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327D7B7-BEEE-AD8C-C0BA-5550B345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859B762-ECCF-5ECC-3424-AF57C4D5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70061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BA579E94-E53B-656D-C6B8-95B7654A0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044D7E20-5D5F-26D1-AA18-2C6A7ECFC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F03A28F-FAD5-E073-F0B8-0EE51F7DDD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00D82BC-A760-9AFA-6571-268AA1DF0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DA53247-F183-2FA8-FFA6-2EB2EF798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430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4" descr="Illuminated street light">
            <a:extLst>
              <a:ext uri="{FF2B5EF4-FFF2-40B4-BE49-F238E27FC236}">
                <a16:creationId xmlns:a16="http://schemas.microsoft.com/office/drawing/2014/main" id="{D6DC46D9-EA7D-9B2F-C7D3-94E88D11DF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101" b="106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8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88944CE-65E2-282D-054B-101CEE226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pt-PT" sz="5200" dirty="0">
                <a:solidFill>
                  <a:srgbClr val="FFFFFF"/>
                </a:solidFill>
              </a:rPr>
              <a:t>Dark Night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58EDDC-59F9-82DB-AC8D-FADD282C02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endParaRPr lang="pt-PT" sz="1300" dirty="0">
              <a:solidFill>
                <a:srgbClr val="FFFFFF"/>
              </a:solidFill>
            </a:endParaRPr>
          </a:p>
          <a:p>
            <a:r>
              <a:rPr lang="pt-PT" sz="1300" dirty="0">
                <a:solidFill>
                  <a:srgbClr val="FFFFFF"/>
                </a:solidFill>
              </a:rPr>
              <a:t>João Gaspar, 107708</a:t>
            </a:r>
          </a:p>
          <a:p>
            <a:endParaRPr lang="pt-PT" sz="1300" dirty="0">
              <a:solidFill>
                <a:srgbClr val="FFFFFF"/>
              </a:solidFill>
            </a:endParaRPr>
          </a:p>
          <a:p>
            <a:r>
              <a:rPr lang="pt-PT" sz="1300" dirty="0">
                <a:solidFill>
                  <a:srgbClr val="FFFFFF"/>
                </a:solidFill>
              </a:rPr>
              <a:t>Introduction to Computer Graphics – 2023/2024</a:t>
            </a:r>
          </a:p>
        </p:txBody>
      </p:sp>
      <p:sp>
        <p:nvSpPr>
          <p:cNvPr id="12" name="Marcador de Posição do Número do Diapositivo 4">
            <a:extLst>
              <a:ext uri="{FF2B5EF4-FFF2-40B4-BE49-F238E27FC236}">
                <a16:creationId xmlns:a16="http://schemas.microsoft.com/office/drawing/2014/main" id="{F9AB9492-B00B-8872-D353-CF19E1834A8A}"/>
              </a:ext>
            </a:extLst>
          </p:cNvPr>
          <p:cNvSpPr txBox="1">
            <a:spLocks/>
          </p:cNvSpPr>
          <p:nvPr/>
        </p:nvSpPr>
        <p:spPr>
          <a:xfrm>
            <a:off x="873252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pt-P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A275E76C-0B34-4617-92BE-2419D92E4442}" type="slidenum">
              <a:rPr lang="pt-PT" smtClean="0">
                <a:solidFill>
                  <a:schemeClr val="bg1">
                    <a:lumMod val="50000"/>
                  </a:schemeClr>
                </a:solidFill>
              </a:rPr>
              <a:pPr>
                <a:spcAft>
                  <a:spcPts val="600"/>
                </a:spcAft>
              </a:pPr>
              <a:t>1</a:t>
            </a:fld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Marcador de Posição da Data 3">
            <a:extLst>
              <a:ext uri="{FF2B5EF4-FFF2-40B4-BE49-F238E27FC236}">
                <a16:creationId xmlns:a16="http://schemas.microsoft.com/office/drawing/2014/main" id="{553C187F-04E9-F835-9084-3CA1B06D94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>
                    <a:lumMod val="50000"/>
                  </a:schemeClr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4202033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3E8F7C-074D-8D9F-7FDA-ACA0EB2E6A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4" r="5564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3673AD-ED13-D61E-386F-BDEF278C9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Main Idea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24A2F5C-F60B-CFE4-C4B8-B078B376D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lnSpcReduction="10000"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Create a medieval environment and allow the user to explore it and fight against enemies withing the setting.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pt-PT" sz="20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It uses three.js and some Blender modules.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The demo is available at joaogasparp.github.io and the code at https://github.com/joaogasparp/joaogasparp.github.io 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7B81D6DC-8FED-F23F-1030-4B65AB9A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</a:t>
            </a:fld>
            <a:endParaRPr lang="pt-PT" dirty="0">
              <a:solidFill>
                <a:schemeClr val="tx1"/>
              </a:solidFill>
            </a:endParaRPr>
          </a:p>
        </p:txBody>
      </p:sp>
      <p:sp>
        <p:nvSpPr>
          <p:cNvPr id="7" name="Marcador de Posição da Data 3">
            <a:extLst>
              <a:ext uri="{FF2B5EF4-FFF2-40B4-BE49-F238E27FC236}">
                <a16:creationId xmlns:a16="http://schemas.microsoft.com/office/drawing/2014/main" id="{9ED0A3A5-E52B-0C4A-51C2-A7D7BB9761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3190298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4DB5274-431B-6EFB-56B1-B3309A117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Models and the scene graph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40F0F31-346D-0EB3-59C5-A11D190BB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Autofit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There are various models, made both using three.js (by me) and Blender, such as: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Fog	(three.js)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Sun	(three.js)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Trees	(three.js and blender)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Grass	(Blender)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House	(Blender)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pt-PT" sz="26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Regarding illumination, there</a:t>
            </a:r>
            <a:r>
              <a:rPr lang="pt-PT" sz="1800" dirty="0">
                <a:solidFill>
                  <a:srgbClr val="000000"/>
                </a:solidFill>
                <a:latin typeface="Calibri" panose="020F0502020204030204" pitchFamily="34" charset="0"/>
              </a:rPr>
              <a:t>’</a:t>
            </a:r>
            <a:r>
              <a:rPr lang="pt-PT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s na Ambient Light and a Directional Light.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918716-95D2-CCED-CC13-030701CBDC6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39" r="15139"/>
          <a:stretch/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8DBCDEA0-CDC7-BE53-B012-696C9B1C0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pt-PT" dirty="0">
              <a:solidFill>
                <a:srgbClr val="FFFFFF"/>
              </a:solidFill>
            </a:endParaRPr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9B218848-1FA0-DA85-A878-6DD1EFBE15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1111987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B65C0385-5E30-4D2E-AF9F-4639659D3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6166FB-D679-52F5-022E-0B0D60A315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3" r="22123"/>
          <a:stretch/>
        </p:blipFill>
        <p:spPr>
          <a:xfrm>
            <a:off x="20" y="1729116"/>
            <a:ext cx="6106195" cy="5128884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335820B-3A29-42C5-AA8D-10ECA43CD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1729117"/>
          </a:xfrm>
          <a:prstGeom prst="rect">
            <a:avLst/>
          </a:prstGeom>
          <a:ln>
            <a:noFill/>
          </a:ln>
          <a:effectLst>
            <a:outerShdw blurRad="368300" dist="101600" dir="546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C8B6D5C-15CE-B61B-84A3-E2BD3FF4A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352766"/>
            <a:ext cx="10591999" cy="1023584"/>
          </a:xfrm>
        </p:spPr>
        <p:txBody>
          <a:bodyPr>
            <a:normAutofit/>
          </a:bodyPr>
          <a:lstStyle/>
          <a:p>
            <a:r>
              <a:rPr lang="pt-PT" sz="4000" dirty="0"/>
              <a:t>Animation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01CFC4D-8A21-E6F7-817A-F16C73908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408" y="2249766"/>
            <a:ext cx="4550391" cy="4070303"/>
          </a:xfrm>
        </p:spPr>
        <p:txBody>
          <a:bodyPr anchor="ctr">
            <a:normAutofit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Forest Animation and 3D Objects.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Player Movement.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Ghost Movement.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Bullet Shooting.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dirty="0"/>
              <a:t>Collisions and Life Update.</a:t>
            </a:r>
            <a:endParaRPr lang="pt-PT" sz="2000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8DFE5CDA-5E21-71DD-F590-331350D02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8240" y="6356350"/>
            <a:ext cx="172467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4</a:t>
            </a:fld>
            <a:endParaRPr lang="pt-PT" dirty="0">
              <a:solidFill>
                <a:schemeClr val="tx1"/>
              </a:solidFill>
            </a:endParaRPr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DF4FE554-BEE3-8209-714A-28C16066FA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1623836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EAC386-2116-E6B4-0B03-45113820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Illumination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63E7569-D78E-A980-42C5-E03FCBCB4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Directional Light (represented by the moon):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Color: White.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Intensity: 1.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Position: (0, 10, 0).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pt-PT" sz="2000" dirty="0"/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Ambient Light: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Color: White.</a:t>
            </a:r>
          </a:p>
          <a:p>
            <a:pPr lvl="1"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pt-PT" sz="2000" dirty="0"/>
              <a:t>Intensity: 0,2.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09083-226A-4A96-D9E8-8941DA5EF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" b="6"/>
          <a:stretch/>
        </p:blipFill>
        <p:spPr>
          <a:xfrm>
            <a:off x="6099413" y="6"/>
            <a:ext cx="6095999" cy="6857990"/>
          </a:xfrm>
          <a:prstGeom prst="rect">
            <a:avLst/>
          </a:prstGeom>
        </p:spPr>
      </p:pic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B8B4F806-50C1-2A3B-B7FF-66DE4B6A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pt-PT" dirty="0">
              <a:solidFill>
                <a:srgbClr val="FFFFFF"/>
              </a:solidFill>
            </a:endParaRPr>
          </a:p>
        </p:txBody>
      </p:sp>
      <p:sp>
        <p:nvSpPr>
          <p:cNvPr id="9" name="Marcador de Posição da Data 3">
            <a:extLst>
              <a:ext uri="{FF2B5EF4-FFF2-40B4-BE49-F238E27FC236}">
                <a16:creationId xmlns:a16="http://schemas.microsoft.com/office/drawing/2014/main" id="{657D4DD8-B153-875E-387A-A6DA46DCA0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2569888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Floating white spheres in 3D">
            <a:extLst>
              <a:ext uri="{FF2B5EF4-FFF2-40B4-BE49-F238E27FC236}">
                <a16:creationId xmlns:a16="http://schemas.microsoft.com/office/drawing/2014/main" id="{169B76FD-E307-05CB-A02C-6E5ECE1AB1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286" r="20055" b="-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EAC386-2116-E6B4-0B03-45113820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Sounds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63E7569-D78E-A980-42C5-E03FCBCB4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Ambient sound produced by the ghost and related to its distance to the player.</a:t>
            </a:r>
          </a:p>
          <a:p>
            <a:pPr>
              <a:buFont typeface="Symbol" panose="05050102010706020507" pitchFamily="18" charset="2"/>
              <a:buChar char="-"/>
            </a:pPr>
            <a:endParaRPr lang="en-US" sz="2000" dirty="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Sound from the gunshots.</a:t>
            </a:r>
            <a:endParaRPr lang="pt-PT" sz="2000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B8B4F806-50C1-2A3B-B7FF-66DE4B6A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6</a:t>
            </a:fld>
            <a:endParaRPr lang="pt-PT">
              <a:solidFill>
                <a:schemeClr val="tx1"/>
              </a:solidFill>
            </a:endParaRP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0981E7F-39BF-F46F-2F37-EC0640A89C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311289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6" descr="Hands on keyboard and mouse">
            <a:extLst>
              <a:ext uri="{FF2B5EF4-FFF2-40B4-BE49-F238E27FC236}">
                <a16:creationId xmlns:a16="http://schemas.microsoft.com/office/drawing/2014/main" id="{F697300D-85D4-02BA-46CA-6D444AA9FB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395" r="12339" b="-1"/>
          <a:stretch/>
        </p:blipFill>
        <p:spPr>
          <a:xfrm>
            <a:off x="6103027" y="10"/>
            <a:ext cx="6088971" cy="6857990"/>
          </a:xfrm>
          <a:prstGeom prst="rect">
            <a:avLst/>
          </a:prstGeom>
        </p:spPr>
      </p:pic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59B296B9-C5A5-4E4F-9B60-C907B5F14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03025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0300FD3-5AF1-6305-15FA-907807267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03025" cy="2285995"/>
          </a:xfrm>
          <a:prstGeom prst="rect">
            <a:avLst/>
          </a:prstGeom>
          <a:ln>
            <a:noFill/>
          </a:ln>
          <a:effectLst>
            <a:outerShdw blurRad="254000" dist="127000" dir="5460000" sx="92000" sy="92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3446C54-F7AE-CA4F-E5CE-50948D817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328512"/>
            <a:ext cx="4778387" cy="162897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User Interaction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2672098-09A7-756F-7E43-F974D6424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1" y="2884929"/>
            <a:ext cx="4659756" cy="3374137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With the mouse the user can shot bullets at the Ghost.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Using the WASD keys in the keyboard and the SPACE bar the user can move around the map.</a:t>
            </a:r>
            <a:endParaRPr lang="en-US" sz="2000"/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9DEC26D1-9B75-2C97-F0C4-7EEBEEAE1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801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>
                <a:solidFill>
                  <a:schemeClr val="tx1"/>
                </a:solidFill>
              </a:rPr>
              <a:t>ICG - 2023/2024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C6690917-D9BF-558B-1172-6B72C41CE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356350"/>
            <a:ext cx="14628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pt-PT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7565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omputer script on a screen">
            <a:extLst>
              <a:ext uri="{FF2B5EF4-FFF2-40B4-BE49-F238E27FC236}">
                <a16:creationId xmlns:a16="http://schemas.microsoft.com/office/drawing/2014/main" id="{DDF14196-F223-ADCE-F3CC-8573A5AB48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58" r="43883" b="-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2C9CCDD-7F42-FFCC-3807-54BD3E902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Development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25F349C-DF7A-76B3-539A-D9AC348B7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The code is organized into different sections to facilitate understanding and maintenance.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Collisions and Event Detection.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Position and Rotation Update.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pt-PT" sz="2000" dirty="0"/>
              <a:t>Difficulties:</a:t>
            </a:r>
            <a:endParaRPr lang="pt-PT" sz="2000"/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/>
              <a:t>Collision Management</a:t>
            </a:r>
            <a:endParaRPr lang="pt-PT" sz="2000"/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/>
              <a:t>Performance Optimization</a:t>
            </a:r>
            <a:endParaRPr lang="pt-PT" sz="2000"/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9ED20EE6-852D-1387-4E9C-0E925B78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952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>
                <a:solidFill>
                  <a:srgbClr val="FFFFFF"/>
                </a:solidFill>
              </a:rPr>
              <a:t>ICG - 2023/2024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1D3DFBEB-7750-F056-BE82-8158E725F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8</a:t>
            </a:fld>
            <a:endParaRPr lang="pt-PT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2385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Light bulb on yellow background with sketched light beams and cord">
            <a:extLst>
              <a:ext uri="{FF2B5EF4-FFF2-40B4-BE49-F238E27FC236}">
                <a16:creationId xmlns:a16="http://schemas.microsoft.com/office/drawing/2014/main" id="{1D6FD1B4-CA86-95E3-721F-84754E4148E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124" r="273"/>
          <a:stretch/>
        </p:blipFill>
        <p:spPr>
          <a:xfrm>
            <a:off x="6103027" y="10"/>
            <a:ext cx="6088971" cy="6857990"/>
          </a:xfrm>
          <a:prstGeom prst="rect">
            <a:avLst/>
          </a:prstGeom>
        </p:spPr>
      </p:pic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9B296B9-C5A5-4E4F-9B60-C907B5F14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03025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D0300FD3-5AF1-6305-15FA-907807267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03025" cy="2285995"/>
          </a:xfrm>
          <a:prstGeom prst="rect">
            <a:avLst/>
          </a:prstGeom>
          <a:ln>
            <a:noFill/>
          </a:ln>
          <a:effectLst>
            <a:outerShdw blurRad="254000" dist="127000" dir="5460000" sx="92000" sy="92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EE0CD9-859B-FFDC-7F6F-65A186481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328512"/>
            <a:ext cx="4778387" cy="162897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Conclusions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3326C6E-5F1E-0E8D-F642-983D87164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1" y="2884929"/>
            <a:ext cx="4659756" cy="3374137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In conclusion, all goals were successfully achieved, albeit with some challenges encountered along the way and various project ideas considered throughout the development process.</a:t>
            </a:r>
            <a:endParaRPr lang="pt-PT" sz="2000"/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029FED57-33C5-855C-4776-592884EB5D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801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>
                <a:solidFill>
                  <a:schemeClr val="tx1"/>
                </a:solidFill>
              </a:rPr>
              <a:t>ICG - 2023/2024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09584837-1C74-DD42-E69B-D85B02C81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356350"/>
            <a:ext cx="14628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pt-PT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3771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EBFA4C8-C301-60A7-C96E-E85360F5D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1729117"/>
          </a:xfrm>
          <a:prstGeom prst="rect">
            <a:avLst/>
          </a:prstGeom>
          <a:ln>
            <a:noFill/>
          </a:ln>
          <a:effectLst>
            <a:outerShdw blurRad="368300" dist="101600" dir="546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9F1C5F-BD9A-6944-1470-43BD4692C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283714"/>
            <a:ext cx="9906799" cy="1161688"/>
          </a:xfrm>
        </p:spPr>
        <p:txBody>
          <a:bodyPr anchor="ctr">
            <a:normAutofit/>
          </a:bodyPr>
          <a:lstStyle/>
          <a:p>
            <a:r>
              <a:rPr lang="pt-PT" sz="4000" dirty="0"/>
              <a:t>References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92A18D7-40DF-B571-AC86-94A7727F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923" y="2217761"/>
            <a:ext cx="7724236" cy="4034116"/>
          </a:xfrm>
        </p:spPr>
        <p:txBody>
          <a:bodyPr anchor="ctr">
            <a:normAutofit fontScale="77500" lnSpcReduction="20000"/>
          </a:bodyPr>
          <a:lstStyle/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pt-PT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Sketchfab. (n.d.-b). Sketchfab. https://sketchfab.com/search?features=downloadable&amp;type=models</a:t>
            </a: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endParaRPr lang="pt-PT" sz="24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“Make a Grass in 45 Seconds-Blender 2024.” Www.youtube.com, www.youtube.com/watch?v=xX72ZuCOVVE&amp;ab_channel=BlenderTips. Accessed 10 Apr. 2024.</a:t>
            </a: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endParaRPr lang="en-US" sz="24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Fog – three.js docs. https://threejs.org/docs/#api/en/scenes/Fog</a:t>
            </a: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endParaRPr lang="en-US" sz="24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Loading 3D models – three.js docs. https://threejs.org/docs/#manual/en/introduction/Loading-3D-models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EEE3120-0213-4797-7B33-01179BA1C6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BE4B7072-FBFB-97F0-E61C-8E5F249DF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1645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10</a:t>
            </a:fld>
            <a:endParaRPr lang="pt-P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6148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607</Words>
  <Application>Microsoft Office PowerPoint</Application>
  <PresentationFormat>Ecrã Panorâmico</PresentationFormat>
  <Paragraphs>98</Paragraphs>
  <Slides>10</Slides>
  <Notes>3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Symbol</vt:lpstr>
      <vt:lpstr>ui-sans-serif</vt:lpstr>
      <vt:lpstr>Tema do Office</vt:lpstr>
      <vt:lpstr>Dark Night</vt:lpstr>
      <vt:lpstr>Main Idea</vt:lpstr>
      <vt:lpstr>Models and the scene graph</vt:lpstr>
      <vt:lpstr>Animation</vt:lpstr>
      <vt:lpstr>Illumination</vt:lpstr>
      <vt:lpstr>Sounds</vt:lpstr>
      <vt:lpstr>User Interaction</vt:lpstr>
      <vt:lpstr>Development</vt:lpstr>
      <vt:lpstr>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Joaquim Madeira</dc:creator>
  <cp:lastModifiedBy>João Gaspar</cp:lastModifiedBy>
  <cp:revision>5</cp:revision>
  <dcterms:created xsi:type="dcterms:W3CDTF">2022-05-15T09:39:59Z</dcterms:created>
  <dcterms:modified xsi:type="dcterms:W3CDTF">2024-06-03T00:06:36Z</dcterms:modified>
</cp:coreProperties>
</file>